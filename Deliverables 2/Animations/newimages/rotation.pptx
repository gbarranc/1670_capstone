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C73B-8731-826D-B514-0FFA67BD9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86C17-3BF5-DC2E-4498-1FE37BA2C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2975D-3722-D74C-0532-964484871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A0EB6-8285-9E3B-0C57-A03235514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02314-0A64-7448-320E-492E4530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4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0CBC9-73D0-E77B-D7FF-67A09642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83921-CC04-983D-0124-99ACE88C1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9FAE6-382D-4EF5-72DE-5022FC586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8693E-CD57-CF0F-F77A-B5519E57B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5A050-5FAD-74C4-905D-5728D467B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1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F70A-12A5-FB82-C058-D5746A742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06B58-32D3-55D0-54F4-5CA487FF5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AB170-4109-236A-3D91-4AAD5FCF9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DB08-7812-8840-8DC1-FC312AB28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B8EDD-283E-D659-2026-AAD3BCF5F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91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4CF4-4FEF-7F55-FD91-848F8CC1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30219-0383-34BA-1E14-2CDBADD3B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4528D-1AA7-C9A3-8CFD-AE5502F0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25456-E152-63E5-3E57-20F8F9FC8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751D3-15ED-AD28-AB02-C8C811B6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29A5E-C4EC-AD9B-D8F6-C0D9E50D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638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FEB6-9B88-46CB-A7E4-CCDBAED7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FF672-2550-B693-111A-73E8423DF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12188-22CF-614E-5D98-A39055960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5EFE1-6174-9637-AD5B-8E167D58F6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054258-9DE0-CECD-7E62-25822B40F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27AD8-CB2F-F521-84BA-93E6B5AFB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1F3885-9BCE-6E54-6D51-DCD86204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85A890-4CC3-A31E-0C43-91F61142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68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6A5C-BBB8-FA22-FA50-CE9F4CAE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7BF07-2B3E-A08A-8F80-EBE94025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19BD3-9890-BA91-11E9-680AFEBA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9F7F7-51BC-7F0D-16D7-A86882F4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D3EEF-EE45-FC34-80F3-701418C48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EB3AF-AF25-8536-3D27-3ABF8DDA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CBE6F-F6C3-188E-111B-CD5BFA354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8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5312-2560-C1CF-A376-3B4EA5247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E2EFD-1A4E-41E4-77BE-2136A7DE8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1235D-E02C-4658-695D-DECA8C481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F1B96-29EC-CC93-5CE2-81E4BAFEA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FF81E-BAE8-CD5D-9C8D-9D475736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DCAFE-D917-EF60-90DA-1040CA75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2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E245-4C17-AD12-280C-2516D7F20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B3479-6422-1C8D-2FB9-F508A359D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8364ED-EA00-098E-F8CB-802CC350F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C0827-0836-F4BA-E867-859E6DA7E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74E7B-B65B-5CFB-B5A4-0F90436EC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7EFAE-C738-7411-20D5-ABD5894F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42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6F62-F114-16A6-72E5-D780C515C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49898-F13E-B97C-B1B1-A8E415114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66B30-F416-670E-A179-B5B35AB2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12BB5-3B9E-BF03-C85D-CB2EED23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13318-5E1C-8767-C79B-D91964A1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4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D697E4-D750-7328-D403-6F8F95C1D5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D9BE8-BF63-6090-3D41-52AE91DB5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5F3B8-0E5B-620E-0571-56EFFA58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84CB-FFAF-462D-44B9-D7DBDC64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9115B-9C8C-4088-6B8A-9C3A8B87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4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0D2F6-7B0C-C01E-3535-D44B8B4E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AF8F5-4F11-6AB8-866B-BA7DF910D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E0C5D-7742-D823-9E1C-BB04378612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1CEFD-CEFF-49AF-AC66-A33C95E4391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53030-67DD-DAE4-2A42-4DA16B4495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C69F7-373F-0C44-9AE5-39C5EEE50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819D6-F93E-456B-89FD-C6CA83153E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5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machine with a camera&#10;&#10;AI-generated content may be incorrect.">
            <a:extLst>
              <a:ext uri="{FF2B5EF4-FFF2-40B4-BE49-F238E27FC236}">
                <a16:creationId xmlns:a16="http://schemas.microsoft.com/office/drawing/2014/main" id="{C1244772-2B6C-0C30-B780-8F9844864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75" y="326424"/>
            <a:ext cx="4115374" cy="2495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1BF495-25C9-0CD8-D8EE-CF768577B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12" y="3731226"/>
            <a:ext cx="4533900" cy="28003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453FAA-7E9D-1605-7DDE-2B8669250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064452"/>
            <a:ext cx="4534533" cy="2133898"/>
          </a:xfrm>
          <a:prstGeom prst="rect">
            <a:avLst/>
          </a:prstGeom>
        </p:spPr>
      </p:pic>
      <p:pic>
        <p:nvPicPr>
          <p:cNvPr id="7" name="Picture 6" descr="A close-up of a machine&#10;&#10;AI-generated content may be incorrect.">
            <a:extLst>
              <a:ext uri="{FF2B5EF4-FFF2-40B4-BE49-F238E27FC236}">
                <a16:creationId xmlns:a16="http://schemas.microsoft.com/office/drawing/2014/main" id="{525AC838-B25A-0E88-A55A-2946A081F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579" y="297650"/>
            <a:ext cx="4115374" cy="249589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22BF614-3499-3BB6-1C28-352119573B87}"/>
              </a:ext>
            </a:extLst>
          </p:cNvPr>
          <p:cNvSpPr/>
          <p:nvPr/>
        </p:nvSpPr>
        <p:spPr>
          <a:xfrm>
            <a:off x="5104549" y="2793548"/>
            <a:ext cx="1330118" cy="90890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42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Barranco, Gael</dc:creator>
  <cp:lastModifiedBy>Barranco, Gael</cp:lastModifiedBy>
  <cp:revision>1</cp:revision>
  <dcterms:created xsi:type="dcterms:W3CDTF">2026-05-07T03:49:52Z</dcterms:created>
  <dcterms:modified xsi:type="dcterms:W3CDTF">2026-05-07T04:58:06Z</dcterms:modified>
</cp:coreProperties>
</file>